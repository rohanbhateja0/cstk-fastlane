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Accelerating SDLC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FDBFE"/>
                </a:solidFill>
              </a:defRPr>
            </a:pPr>
            <a:r>
              <a:t>A Deep Dive into Contentstack FastLane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1. The AI Revolution in SDLC (10 min)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2. AI Integration Architecture - MCP Servers (15 min)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3. Design-to-Code Workflow with Figma MCP (15 min)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4. Content Management Automation (10 min)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5. Personalization &amp; Analytics (10 min)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6. Live Demo - End-to-End Component Creation (10 min)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7. Q&amp;A (5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 We're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Traditional SDLC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Manual design translation - hours of work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Inconsistent implementations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Slow content type creation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Repetitive testing code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Context switching between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The AI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Design-to-code in minutes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Consistent, pattern-compliant code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Automated content management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AI-generated tests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Unified IDE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FastLane?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Core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Next.js 14+ (App Router)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Contentstack CMS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ShadCN UI Components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Tailwind CSS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AI 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Figma MCP Server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Contentstack MCP Server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Browser MCP (Built-in to Cursor)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AI Prompt Templates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Automated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 Integration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 Context Protocol (MCP) - The AI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MCP enables AI assistants to interact with external tools and services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Three MCP Servers in FastLane: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Figma MCP - Design extraction, code generation (requires setup)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Contentstack MCP - Content type CRUD, entry management (requires setup)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Browser MCP - Frontend testing, visual verification (built-in to Cursor)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All servers connect through Cursor IDE's MCP client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MCP Server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Figma MCP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get_code - Generate React + Tailwind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get_variable_defs - Extract design tokens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get_code_connect_map - Component mapping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get_image - Extract assets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Runs at http://127.0.0.1:3845/sse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Contentstack MCP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Content type operations (CRUD)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Entry management &amp; publishing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Asset upload and organization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Environment management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Runs via npx @contentstack/mcp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Design-to-Code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Prompt Templates - Context is 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Why FastLane AI Prompts Work: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Comprehensive Documentation - Field definitions, patterns, examples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Figma Design Integration - Direct access via MCP with node IDs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Proven Code Patterns - Contentstack SDK, ShadCN UI composition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Anti-Pattern Awareness - Built-in knowledge of common pitfalls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Testing Patterns - Comprehensive test generation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Result: Production-ready components that work immediately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Available AI Prompt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Creation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Create Component - New from Figma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Create Unit Test - Vitest tests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 Description -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Enhancement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Enhance Component - Modify existing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Add Personalization - A/B testing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Core Requirements - Standards ref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Content Management Automation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Contentstack SDK Integration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Dual SDK Approach: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Legacy SDK (contentstack v3.x) - Established queries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Modern SDK (@contentstack/delivery-sdk v4.x) - New features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Key Patterns: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Locale fallback (requested locale → en-us)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Reference field resolution for nested content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Live Preview with addEditableTags()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Variant parameters for personalization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Preview for Content Authors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Real-time editing experience in Contentstack Visual Builder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Implementation Pattern: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Add editable tags: {...(content?.$?.title ?? {})}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Use CMSImage for images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Use CMSLink for internal links (auto locale prefix)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Content authors can edit directly in the browser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Changes reflect immediately without page refresh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Personalization &amp;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Personalization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Lytics CDP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Behavioral tracking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User identification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Audience segmentation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Campaign attribution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E-commerce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Contentstack Personalize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A/B testing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Content variants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Real-time delivery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Conversion tracking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Experience optimization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End-to-End Component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We'll create a HeroBanner component in ~10 minutes: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1. Design Extraction - Figma MCP analyzes design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2. Component Generation - AI creates React component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3. Content Type Creation - Contentstack MCP creates schema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4. Entry Creation - Sample content published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5. Test Generation - Unit tests created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6. Live Preview - Test in browser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Traditional approach: 3-5 hours → AI approach: 15-20 minutes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1. AI as a Development Accelerator - Not replacement, but augmentation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2. Context-Rich Development - Documentation-driven AI prompts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3. End-to-End Integration - From Figma to deployed code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4. Content-First Architecture - Contentstack as the foundation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5. Security by Design - Automated scanning in CI/CD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6. Personalization at Scale - Lytics + Contentstack Personalize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Resources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Documentation: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FastLane Docs: /docs/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AI Prompts: /docs/.../ai-prompts/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MCP Setup: /docs/.../tools/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External Resources: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Contentstack: contentstack.com/docs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Figma MCP: help.figma.com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  • Lytics: docs.lytics.com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Questions? Let's discuss!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FDBFE"/>
                </a:solidFill>
              </a:defRPr>
            </a:pPr>
            <a:r>
              <a:t>Thank you for attending!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